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8388-A373-74D6-C158-75D009EBF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AF43A-EE48-8128-8F79-D3B1EA3B2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D5C51-286F-8E69-5C1A-12808263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C0932-D04C-6E1B-E447-128DC4F7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AFEF1-330F-404E-042E-96057323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6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CB97-F3DC-7369-D29B-E3E680030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353D-6465-270F-5EC6-76F9998FA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82D16-685B-5E7B-E24F-A63F75A5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FB804-C294-71E1-5300-D5E2480F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383C6-6111-F261-6F81-7203053E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5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E8B9-B6D8-9D06-4FAE-D77FAD711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98CA8-9F17-93C2-E9BE-9649A15AE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352D7-3BA0-70DE-A9D4-2E41C654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6E341-ACBA-72B7-432D-4F53B881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0333D-3658-F885-B09C-24CAE5D1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9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CAB31-FDDA-2DD5-AD45-273A4A89D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20B8F-A42B-129E-334D-683152A32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FEA46-DFB3-6F54-3F75-65BC26777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E0445-B811-99C9-F1D7-F86187AE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9E912-C4AB-733A-2649-050AB339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0C93E-E562-1DE7-F3B2-01CB70C3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5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906E-15DB-8967-D5F3-09F9FB52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3ADCA-AB11-C0EF-1E97-61F913F0F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E7CAD-2FFE-074C-8707-38E631735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6EE2C-42CA-11C0-C636-FA5E6B1F4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B453DD-5C19-4F68-4112-0C1FDA82F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D3907D-A230-0178-14A5-FF45D56E5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7EFDB-14F7-97FC-25EF-23819ED29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C7694-CC3E-BF10-B9E7-5F9058A3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F5BC-E01A-8436-F26F-BFB68F5E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9FA93-EB49-34E8-A0CB-74ED383E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8F15E-7A9B-BB1A-760B-817CF78A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31EE6-F769-1014-8431-9DC61AC1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0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32927-39CD-ED3E-9BED-ADD6927B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85127-D716-0734-C786-1A14920D0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0E215-4EC6-AE38-25CC-88CBDE6D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9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F1AB-081F-3964-3E57-B595C1443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23BC-347A-812B-F17F-A16CBB82E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5693B-B089-2730-D2A2-0B94B9195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DE1B1-A568-1324-A615-5E8FC0CA5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D43F4-1374-695B-B4B8-8DB4CE03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9AC79-328A-1E31-58D0-43C8101B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4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BE108-9FF2-3ADA-4EE2-69401860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ACAC2-9337-439D-31FA-7DAFD3C3026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C227B-DCF2-ADD5-1E3D-CD7402D49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B4831-16FF-7904-E8FE-1E1CA2F5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B6EC6-D528-4E53-80BA-99F2DEB3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1DB1B-D4AC-2FEF-9B15-B8CDE817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9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28A5-EF02-7A20-36D6-93C9A0B6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7DDCA-3D0D-DCAF-38A1-C58BE2FE7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4F585-0B02-2F47-B4A8-598EC8440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BF24C-F49C-A5FE-1AB3-D369F2E4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92CDF-D65B-BE02-AB3F-562972644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3678B-6DEF-B924-A905-0B7EA0CA4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DCB20-F2C7-7A89-E70A-44250E28F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87B6A-3CAA-483B-955D-6F8D56B9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7C179-C754-A04D-1BE7-EC5A7440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906E8-5E5D-559A-23D3-BC7DEB0C2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35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E683E1-ADA4-8DF2-ED38-900CF689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EBCC3-9945-0FBF-B28C-BFDD8493A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0D37E-A00F-CD42-92D0-BDC6F2D33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97F13-D332-493C-BFC3-417C111AD41D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E48F5-EF75-62A2-A498-A49282D1E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D634-9FAC-F28C-B197-021714453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253E8-0DF1-4105-BF47-93E1DB95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6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5AB4-3FD0-0077-C2DD-750DA2B4E2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Herman’s Dream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9FA45-19D5-3199-42AB-E5380E87A9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Een </a:t>
            </a:r>
            <a:r>
              <a:rPr lang="en-US" dirty="0" err="1"/>
              <a:t>internationale</a:t>
            </a:r>
            <a:r>
              <a:rPr lang="en-US" dirty="0"/>
              <a:t> </a:t>
            </a:r>
            <a:r>
              <a:rPr lang="en-US" dirty="0" err="1"/>
              <a:t>plek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750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Herman’s Dream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Geers</dc:creator>
  <cp:lastModifiedBy>Nathan Geers</cp:lastModifiedBy>
  <cp:revision>1</cp:revision>
  <dcterms:created xsi:type="dcterms:W3CDTF">2026-10-08T13:34:22Z</dcterms:created>
  <dcterms:modified xsi:type="dcterms:W3CDTF">2026-10-08T13:34:22Z</dcterms:modified>
</cp:coreProperties>
</file>